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7559675" cy="10691813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044000" y="1068840"/>
            <a:ext cx="5831640" cy="161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BH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BH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BH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044000" y="2941560"/>
            <a:ext cx="5831640" cy="559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BH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BH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BH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BH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BH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BH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BH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H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BH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BH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BH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H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BH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BH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B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H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B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H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B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H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B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044000" y="1068840"/>
            <a:ext cx="5831640" cy="161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BH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BH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BH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044000" y="2941560"/>
            <a:ext cx="5831640" cy="559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BH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BH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BH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BH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BH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BH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BH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H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BH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BH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BH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H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BH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BH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B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H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B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H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B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H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B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044000" y="1068840"/>
            <a:ext cx="5831640" cy="161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BH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BH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BH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044000" y="2941560"/>
            <a:ext cx="5831640" cy="559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BH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BH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BH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BH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BH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BH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BH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H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BH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BH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BH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H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BH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BH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B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H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B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H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B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H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B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721440" y="720360"/>
            <a:ext cx="31888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Chapter 1: Safety Training — Ünïcødé test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3921840" y="708120"/>
            <a:ext cx="126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✓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21440" y="8643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 of chapter 1. Paragraph 1 of chapter 1. Paragraph 1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21440" y="10087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 of chapter 1. Paragraph 1 of chapter 1. Paragraph 1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21440" y="11527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 of chapter 1. Paragraph 1 of chapter 1. Paragraph 1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721440" y="12970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 of chapter 1. Paragraph 1 of chapter 1. Paragraph 1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721440" y="14410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 of chapter 1. Paragraph 2 of chapter 1. Paragraph 2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721440" y="15850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 of chapter 1. Paragraph 2 of chapter 1. Paragraph 2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721440" y="17294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 of chapter 1. Paragraph 2 of chapter 1. Paragraph 2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721440" y="18734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 of chapter 1. Paragraph 2 of chapter 1. Paragraph 2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721440" y="20178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3 of chapter 1. Paragraph 3 of chapter 1. Paragraph 3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721440" y="21618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3 of chapter 1. Paragraph 3 of chapter 1. Paragraph 3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721440" y="23058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3 of chapter 1. Paragraph 3 of chapter 1. Paragraph 3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721440" y="24501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3 of chapter 1. Paragraph 3 of chapter 1. Paragraph 3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721440" y="25941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4 of chapter 1. Paragraph 4 of chapter 1. Paragraph 4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721440" y="27385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4 of chapter 1. Paragraph 4 of chapter 1. Paragraph 4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721440" y="28825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4 of chapter 1. Paragraph 4 of chapter 1. Paragraph 4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721440" y="30265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4 of chapter 1. Paragraph 4 of chapter 1. Paragraph 4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721440" y="31708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5 of chapter 1. Paragraph 5 of chapter 1. Paragraph 5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721440" y="33148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5 of chapter 1. Paragraph 5 of chapter 1. Paragraph 5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721440" y="34592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5 of chapter 1. Paragraph 5 of chapter 1. Paragraph 5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721440" y="36032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5 of chapter 1. Paragraph 5 of chapter 1. Paragraph 5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721440" y="37472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6 of chapter 1. Paragraph 6 of chapter 1. Paragraph 6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721440" y="38916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6 of chapter 1. Paragraph 6 of chapter 1. Paragraph 6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721440" y="40356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6 of chapter 1. Paragraph 6 of chapter 1. Paragraph 6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721440" y="41799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6 of chapter 1. Paragraph 6 of chapter 1. Paragraph 6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721440" y="43239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7 of chapter 1. Paragraph 7 of chapter 1. Paragraph 7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721440" y="44679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7 of chapter 1. Paragraph 7 of chapter 1. Paragraph 7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721440" y="46123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7 of chapter 1. Paragraph 7 of chapter 1. Paragraph 7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721440" y="47563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7 of chapter 1. Paragraph 7 of chapter 1. Paragraph 7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721440" y="49006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8 of chapter 1. Paragraph 8 of chapter 1. Paragraph 8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721440" y="50446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8 of chapter 1. Paragraph 8 of chapter 1. Paragraph 8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721440" y="51886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8 of chapter 1. Paragraph 8 of chapter 1. Paragraph 8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721440" y="53330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8 of chapter 1. Paragraph 8 of chapter 1. Paragraph 8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721440" y="54770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9 of chapter 1. Paragraph 9 of chapter 1. Paragraph 9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721440" y="56214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9 of chapter 1. Paragraph 9 of chapter 1. Paragraph 9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721440" y="57654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9 of chapter 1. Paragraph 9 of chapter 1. Paragraph 9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721440" y="59094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9 of chapter 1. Paragraph 9 of chapter 1. Paragraph 9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721440" y="60537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10 of chapter 1. Paragraph 10 of chapter 1. Paragraph 10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721440" y="61977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10 of chapter 1. Paragraph 10 of chapter 1. Paragraph 10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721440" y="6342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10 of chapter 1. Paragraph 10 of chapter 1. Paragraph 10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721440" y="6486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10 of chapter 1. Paragraph 10 of chapter 1. Paragraph 10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721440" y="6630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11 of chapter 1. Paragraph 11 of chapter 1. Paragraph 11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721440" y="67744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11 of chapter 1. Paragraph 11 of chapter 1. Paragraph 11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721440" y="69184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11 of chapter 1. Paragraph 11 of chapter 1. Paragraph 11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721440" y="70628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11 of chapter 1. Paragraph 11 of chapter 1. Paragraph 11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721440" y="72068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12 of chapter 1. Paragraph 12 of chapter 1. Paragraph 12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721440" y="7351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12 of chapter 1. Paragraph 12 of chapter 1. Paragraph 12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721440" y="7495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12 of chapter 1. Paragraph 12 of chapter 1. Paragraph 12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721440" y="7639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12 of chapter 1. Paragraph 12 of chapter 1. Paragraph 12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721440" y="77835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13 of chapter 1. Paragraph 13 of chapter 1. Paragraph 13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721440" y="79275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13 of chapter 1. Paragraph 13 of chapter 1. Paragraph 13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721440" y="80719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13 of chapter 1. Paragraph 13 of chapter 1. Paragraph 13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721440" y="82159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13 of chapter 1. Paragraph 13 of chapter 1. Paragraph 13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721440" y="83599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14 of chapter 1. Paragraph 14 of chapter 1. Paragraph 14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721440" y="85042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14 of chapter 1. Paragraph 14 of chapter 1. Paragraph 14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721440" y="86482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14 of chapter 1. Paragraph 14 of chapter 1. Paragraph 14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721440" y="87926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14 of chapter 1. Paragraph 14 of chapter 1. Paragraph 14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721440" y="89366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15 of chapter 1. Paragraph 15 of chapter 1. Paragraph 15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721440" y="90806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15 of chapter 1. Paragraph 15 of chapter 1. Paragraph 15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721440" y="92250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15 of chapter 1. Paragraph 15 of chapter 1. Paragraph 15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721440" y="93690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15 of chapter 1. Paragraph 15 of chapter 1. Paragraph 15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721440" y="95133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16 of chapter 1. Paragraph 16 of chapter 1. Paragraph 16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721440" y="96573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16 of chapter 1. Paragraph 16 of chapter 1. Paragraph 16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21440" y="98013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16 of chapter 1. Paragraph 16 of chapter 1. Paragraph 16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 txBox="1"/>
          <p:nvPr/>
        </p:nvSpPr>
        <p:spPr>
          <a:xfrm>
            <a:off x="721440" y="7203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16 of chapter 1. Paragraph 16 of chapter 1. Paragraph 16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721440" y="8643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17 of chapter 1. Paragraph 17 of chapter 1. Paragraph 17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21440" y="10087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17 of chapter 1. Paragraph 17 of chapter 1. Paragraph 17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721440" y="11527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17 of chapter 1. Paragraph 17 of chapter 1. Paragraph 17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721440" y="12970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17 of chapter 1. Paragraph 17 of chapter 1. Paragraph 17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721440" y="14410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18 of chapter 1. Paragraph 18 of chapter 1. Paragraph 18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721440" y="15850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18 of chapter 1. Paragraph 18 of chapter 1. Paragraph 18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721440" y="17294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18 of chapter 1. Paragraph 18 of chapter 1. Paragraph 18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721440" y="18734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18 of chapter 1. Paragraph 18 of chapter 1. Paragraph 18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721440" y="20178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19 of chapter 1. Paragraph 19 of chapter 1. Paragraph 19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721440" y="21618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19 of chapter 1. Paragraph 19 of chapter 1. Paragraph 19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721440" y="23058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19 of chapter 1. Paragraph 19 of chapter 1. Paragraph 19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721440" y="24501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19 of chapter 1. Paragraph 19 of chapter 1. Paragraph 19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721440" y="25941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20 of chapter 1. Paragraph 20 of chapter 1. Paragraph 20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721440" y="27385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20 of chapter 1. Paragraph 20 of chapter 1. Paragraph 20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721440" y="28825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20 of chapter 1. Paragraph 20 of chapter 1. Paragraph 20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721440" y="30265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20 of chapter 1. Paragraph 20 of chapter 1. Paragraph 20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721440" y="31708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21 of chapter 1. Paragraph 21 of chapter 1. Paragraph 21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721440" y="33148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21 of chapter 1. Paragraph 21 of chapter 1. Paragraph 21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721440" y="34592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21 of chapter 1. Paragraph 21 of chapter 1. Paragraph 21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721440" y="36032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21 of chapter 1. Paragraph 21 of chapter 1. Paragraph 21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721440" y="37472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22 of chapter 1. Paragraph 22 of chapter 1. Paragraph 22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721440" y="38916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22 of chapter 1. Paragraph 22 of chapter 1. Paragraph 22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721440" y="40356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22 of chapter 1. Paragraph 22 of chapter 1. Paragraph 22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721440" y="41799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22 of chapter 1. Paragraph 22 of chapter 1. Paragraph 22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721440" y="43239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23 of chapter 1. Paragraph 23 of chapter 1. Paragraph 23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721440" y="44679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23 of chapter 1. Paragraph 23 of chapter 1. Paragraph 23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721440" y="46123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23 of chapter 1. Paragraph 23 of chapter 1. Paragraph 23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721440" y="47563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23 of chapter 1. Paragraph 23 of chapter 1. Paragraph 23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721440" y="49006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24 of chapter 1. Paragraph 24 of chapter 1. Paragraph 24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721440" y="50446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24 of chapter 1. Paragraph 24 of chapter 1. Paragraph 24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721440" y="51886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24 of chapter 1. Paragraph 24 of chapter 1. Paragraph 24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721440" y="53330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24 of chapter 1. Paragraph 24 of chapter 1. Paragraph 24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721440" y="54770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25 of chapter 1. Paragraph 25 of chapter 1. Paragraph 25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721440" y="56214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25 of chapter 1. Paragraph 25 of chapter 1. Paragraph 25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721440" y="57654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25 of chapter 1. Paragraph 25 of chapter 1. Paragraph 25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721440" y="59094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25 of chapter 1. Paragraph 25 of chapter 1. Paragraph 25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721440" y="60537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26 of chapter 1. Paragraph 26 of chapter 1. Paragraph 26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721440" y="61977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26 of chapter 1. Paragraph 26 of chapter 1. Paragraph 26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721440" y="6342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26 of chapter 1. Paragraph 26 of chapter 1. Paragraph 26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721440" y="6486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26 of chapter 1. Paragraph 26 of chapter 1. Paragraph 26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721440" y="6630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27 of chapter 1. Paragraph 27 of chapter 1. Paragraph 27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721440" y="67744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27 of chapter 1. Paragraph 27 of chapter 1. Paragraph 27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721440" y="69184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27 of chapter 1. Paragraph 27 of chapter 1. Paragraph 27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721440" y="70628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27 of chapter 1. Paragraph 27 of chapter 1. Paragraph 27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721440" y="72068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28 of chapter 1. Paragraph 28 of chapter 1. Paragraph 28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721440" y="7351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28 of chapter 1. Paragraph 28 of chapter 1. Paragraph 28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721440" y="7495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28 of chapter 1. Paragraph 28 of chapter 1. Paragraph 28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721440" y="7639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28 of chapter 1. Paragraph 28 of chapter 1. Paragraph 28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721440" y="77835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29 of chapter 1. Paragraph 29 of chapter 1. Paragraph 29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721440" y="79275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29 of chapter 1. Paragraph 29 of chapter 1. Paragraph 29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721440" y="80719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29 of chapter 1. Paragraph 29 of chapter 1. Paragraph 29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721440" y="82159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29 of chapter 1. Paragraph 29 of chapter 1. Paragraph 29 of chapter 1.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 txBox="1"/>
          <p:nvPr/>
        </p:nvSpPr>
        <p:spPr>
          <a:xfrm>
            <a:off x="721440" y="720360"/>
            <a:ext cx="31888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Chapter 2: Safety Training — Ünïcødé test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3921840" y="708120"/>
            <a:ext cx="126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✓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721440" y="8643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 of chapter 2. Paragraph 1 of chapter 2. Paragraph 1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721440" y="10087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 of chapter 2. Paragraph 1 of chapter 2. Paragraph 1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721440" y="11527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 of chapter 2. Paragraph 1 of chapter 2. Paragraph 1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721440" y="12970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 of chapter 2. Paragraph 1 of chapter 2. Paragraph 1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721440" y="14410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 of chapter 2. Paragraph 2 of chapter 2. Paragraph 2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721440" y="15850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 of chapter 2. Paragraph 2 of chapter 2. Paragraph 2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721440" y="17294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 of chapter 2. Paragraph 2 of chapter 2. Paragraph 2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721440" y="18734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 of chapter 2. Paragraph 2 of chapter 2. Paragraph 2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721440" y="20178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3 of chapter 2. Paragraph 3 of chapter 2. Paragraph 3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721440" y="21618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3 of chapter 2. Paragraph 3 of chapter 2. Paragraph 3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721440" y="23058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3 of chapter 2. Paragraph 3 of chapter 2. Paragraph 3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721440" y="24501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3 of chapter 2. Paragraph 3 of chapter 2. Paragraph 3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721440" y="25941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4 of chapter 2. Paragraph 4 of chapter 2. Paragraph 4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721440" y="27385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4 of chapter 2. Paragraph 4 of chapter 2. Paragraph 4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721440" y="28825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4 of chapter 2. Paragraph 4 of chapter 2. Paragraph 4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721440" y="30265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4 of chapter 2. Paragraph 4 of chapter 2. Paragraph 4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721440" y="31708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5 of chapter 2. Paragraph 5 of chapter 2. Paragraph 5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721440" y="33148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5 of chapter 2. Paragraph 5 of chapter 2. Paragraph 5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721440" y="34592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5 of chapter 2. Paragraph 5 of chapter 2. Paragraph 5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721440" y="36032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5 of chapter 2. Paragraph 5 of chapter 2. Paragraph 5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721440" y="37472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6 of chapter 2. Paragraph 6 of chapter 2. Paragraph 6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721440" y="38916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6 of chapter 2. Paragraph 6 of chapter 2. Paragraph 6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721440" y="40356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6 of chapter 2. Paragraph 6 of chapter 2. Paragraph 6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721440" y="41799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6 of chapter 2. Paragraph 6 of chapter 2. Paragraph 6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721440" y="43239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7 of chapter 2. Paragraph 7 of chapter 2. Paragraph 7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721440" y="44679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7 of chapter 2. Paragraph 7 of chapter 2. Paragraph 7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721440" y="46123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7 of chapter 2. Paragraph 7 of chapter 2. Paragraph 7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721440" y="47563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7 of chapter 2. Paragraph 7 of chapter 2. Paragraph 7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721440" y="49006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8 of chapter 2. Paragraph 8 of chapter 2. Paragraph 8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721440" y="50446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8 of chapter 2. Paragraph 8 of chapter 2. Paragraph 8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721440" y="51886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8 of chapter 2. Paragraph 8 of chapter 2. Paragraph 8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721440" y="53330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8 of chapter 2. Paragraph 8 of chapter 2. Paragraph 8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721440" y="54770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9 of chapter 2. Paragraph 9 of chapter 2. Paragraph 9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721440" y="56214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9 of chapter 2. Paragraph 9 of chapter 2. Paragraph 9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721440" y="57654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9 of chapter 2. Paragraph 9 of chapter 2. Paragraph 9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721440" y="59094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9 of chapter 2. Paragraph 9 of chapter 2. Paragraph 9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721440" y="60537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10 of chapter 2. Paragraph 10 of chapter 2. Paragraph 10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721440" y="61977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10 of chapter 2. Paragraph 10 of chapter 2. Paragraph 10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721440" y="6342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10 of chapter 2. Paragraph 10 of chapter 2. Paragraph 10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721440" y="6486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10 of chapter 2. Paragraph 10 of chapter 2. Paragraph 10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721440" y="6630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11 of chapter 2. Paragraph 11 of chapter 2. Paragraph 11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721440" y="67744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11 of chapter 2. Paragraph 11 of chapter 2. Paragraph 11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721440" y="69184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11 of chapter 2. Paragraph 11 of chapter 2. Paragraph 11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721440" y="70628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11 of chapter 2. Paragraph 11 of chapter 2. Paragraph 11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721440" y="72068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12 of chapter 2. Paragraph 12 of chapter 2. Paragraph 12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721440" y="7351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12 of chapter 2. Paragraph 12 of chapter 2. Paragraph 12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721440" y="7495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12 of chapter 2. Paragraph 12 of chapter 2. Paragraph 12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721440" y="7639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12 of chapter 2. Paragraph 12 of chapter 2. Paragraph 12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721440" y="77835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13 of chapter 2. Paragraph 13 of chapter 2. Paragraph 13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721440" y="79275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13 of chapter 2. Paragraph 13 of chapter 2. Paragraph 13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721440" y="80719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13 of chapter 2. Paragraph 13 of chapter 2. Paragraph 13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721440" y="82159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13 of chapter 2. Paragraph 13 of chapter 2. Paragraph 13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721440" y="83599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14 of chapter 2. Paragraph 14 of chapter 2. Paragraph 14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721440" y="85042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14 of chapter 2. Paragraph 14 of chapter 2. Paragraph 14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721440" y="86482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14 of chapter 2. Paragraph 14 of chapter 2. Paragraph 14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721440" y="87926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14 of chapter 2. Paragraph 14 of chapter 2. Paragraph 14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721440" y="89366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15 of chapter 2. Paragraph 15 of chapter 2. Paragraph 15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721440" y="90806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15 of chapter 2. Paragraph 15 of chapter 2. Paragraph 15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721440" y="92250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15 of chapter 2. Paragraph 15 of chapter 2. Paragraph 15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721440" y="93690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15 of chapter 2. Paragraph 15 of chapter 2. Paragraph 15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721440" y="95133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16 of chapter 2. Paragraph 16 of chapter 2. Paragraph 16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721440" y="96573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16 of chapter 2. Paragraph 16 of chapter 2. Paragraph 16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721440" y="98013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16 of chapter 2. Paragraph 16 of chapter 2. Paragraph 16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 txBox="1"/>
          <p:nvPr/>
        </p:nvSpPr>
        <p:spPr>
          <a:xfrm>
            <a:off x="721440" y="7203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16 of chapter 2. Paragraph 16 of chapter 2. Paragraph 16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721440" y="8643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17 of chapter 2. Paragraph 17 of chapter 2. Paragraph 17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721440" y="10087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17 of chapter 2. Paragraph 17 of chapter 2. Paragraph 17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721440" y="11527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17 of chapter 2. Paragraph 17 of chapter 2. Paragraph 17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721440" y="12970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17 of chapter 2. Paragraph 17 of chapter 2. Paragraph 17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721440" y="14410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18 of chapter 2. Paragraph 18 of chapter 2. Paragraph 18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721440" y="15850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18 of chapter 2. Paragraph 18 of chapter 2. Paragraph 18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721440" y="17294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18 of chapter 2. Paragraph 18 of chapter 2. Paragraph 18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721440" y="18734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18 of chapter 2. Paragraph 18 of chapter 2. Paragraph 18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721440" y="20178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19 of chapter 2. Paragraph 19 of chapter 2. Paragraph 19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721440" y="21618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19 of chapter 2. Paragraph 19 of chapter 2. Paragraph 19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721440" y="23058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19 of chapter 2. Paragraph 19 of chapter 2. Paragraph 19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721440" y="24501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19 of chapter 2. Paragraph 19 of chapter 2. Paragraph 19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721440" y="25941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20 of chapter 2. Paragraph 20 of chapter 2. Paragraph 20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721440" y="27385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20 of chapter 2. Paragraph 20 of chapter 2. Paragraph 20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721440" y="28825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20 of chapter 2. Paragraph 20 of chapter 2. Paragraph 20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721440" y="30265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20 of chapter 2. Paragraph 20 of chapter 2. Paragraph 20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721440" y="31708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21 of chapter 2. Paragraph 21 of chapter 2. Paragraph 21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721440" y="33148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21 of chapter 2. Paragraph 21 of chapter 2. Paragraph 21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721440" y="34592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21 of chapter 2. Paragraph 21 of chapter 2. Paragraph 21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721440" y="36032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21 of chapter 2. Paragraph 21 of chapter 2. Paragraph 21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721440" y="37472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22 of chapter 2. Paragraph 22 of chapter 2. Paragraph 22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721440" y="38916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22 of chapter 2. Paragraph 22 of chapter 2. Paragraph 22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721440" y="40356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22 of chapter 2. Paragraph 22 of chapter 2. Paragraph 22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721440" y="41799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22 of chapter 2. Paragraph 22 of chapter 2. Paragraph 22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721440" y="43239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23 of chapter 2. Paragraph 23 of chapter 2. Paragraph 23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721440" y="44679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23 of chapter 2. Paragraph 23 of chapter 2. Paragraph 23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721440" y="46123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23 of chapter 2. Paragraph 23 of chapter 2. Paragraph 23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721440" y="47563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23 of chapter 2. Paragraph 23 of chapter 2. Paragraph 23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721440" y="49006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24 of chapter 2. Paragraph 24 of chapter 2. Paragraph 24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721440" y="50446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24 of chapter 2. Paragraph 24 of chapter 2. Paragraph 24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721440" y="51886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24 of chapter 2. Paragraph 24 of chapter 2. Paragraph 24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721440" y="53330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24 of chapter 2. Paragraph 24 of chapter 2. Paragraph 24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721440" y="54770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25 of chapter 2. Paragraph 25 of chapter 2. Paragraph 25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721440" y="56214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25 of chapter 2. Paragraph 25 of chapter 2. Paragraph 25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721440" y="57654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25 of chapter 2. Paragraph 25 of chapter 2. Paragraph 25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721440" y="59094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25 of chapter 2. Paragraph 25 of chapter 2. Paragraph 25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721440" y="60537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26 of chapter 2. Paragraph 26 of chapter 2. Paragraph 26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721440" y="61977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26 of chapter 2. Paragraph 26 of chapter 2. Paragraph 26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721440" y="6342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26 of chapter 2. Paragraph 26 of chapter 2. Paragraph 26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721440" y="6486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26 of chapter 2. Paragraph 26 of chapter 2. Paragraph 26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721440" y="6630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27 of chapter 2. Paragraph 27 of chapter 2. Paragraph 27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721440" y="67744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27 of chapter 2. Paragraph 27 of chapter 2. Paragraph 27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721440" y="69184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27 of chapter 2. Paragraph 27 of chapter 2. Paragraph 27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721440" y="70628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27 of chapter 2. Paragraph 27 of chapter 2. Paragraph 27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721440" y="72068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28 of chapter 2. Paragraph 28 of chapter 2. Paragraph 28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721440" y="7351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28 of chapter 2. Paragraph 28 of chapter 2. Paragraph 28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721440" y="7495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28 of chapter 2. Paragraph 28 of chapter 2. Paragraph 28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721440" y="7639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28 of chapter 2. Paragraph 28 of chapter 2. Paragraph 28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721440" y="77835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29 of chapter 2. Paragraph 29 of chapter 2. Paragraph 29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721440" y="79275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29 of chapter 2. Paragraph 29 of chapter 2. Paragraph 29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721440" y="80719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29 of chapter 2. Paragraph 29 of chapter 2. Paragraph 29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721440" y="82159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29 of chapter 2. Paragraph 29 of chapter 2. Paragraph 29 of chapter 2.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"/>
          <p:cNvSpPr txBox="1"/>
          <p:nvPr/>
        </p:nvSpPr>
        <p:spPr>
          <a:xfrm>
            <a:off x="721440" y="720360"/>
            <a:ext cx="31888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Chapter 3: Safety Training — Ünïcødé test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3921840" y="708120"/>
            <a:ext cx="126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✓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721440" y="8643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 of chapter 3. Paragraph 1 of chapter 3. Paragraph 1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721440" y="10087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 of chapter 3. Paragraph 1 of chapter 3. Paragraph 1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721440" y="11527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 of chapter 3. Paragraph 1 of chapter 3. Paragraph 1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721440" y="12970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 of chapter 3. Paragraph 1 of chapter 3. Paragraph 1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721440" y="14410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 of chapter 3. Paragraph 2 of chapter 3. Paragraph 2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721440" y="15850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 of chapter 3. Paragraph 2 of chapter 3. Paragraph 2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721440" y="17294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 of chapter 3. Paragraph 2 of chapter 3. Paragraph 2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721440" y="18734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 of chapter 3. Paragraph 2 of chapter 3. Paragraph 2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721440" y="20178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3 of chapter 3. Paragraph 3 of chapter 3. Paragraph 3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721440" y="21618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3 of chapter 3. Paragraph 3 of chapter 3. Paragraph 3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721440" y="23058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3 of chapter 3. Paragraph 3 of chapter 3. Paragraph 3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721440" y="24501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3 of chapter 3. Paragraph 3 of chapter 3. Paragraph 3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721440" y="25941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4 of chapter 3. Paragraph 4 of chapter 3. Paragraph 4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721440" y="27385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4 of chapter 3. Paragraph 4 of chapter 3. Paragraph 4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721440" y="28825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4 of chapter 3. Paragraph 4 of chapter 3. Paragraph 4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721440" y="30265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4 of chapter 3. Paragraph 4 of chapter 3. Paragraph 4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721440" y="31708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5 of chapter 3. Paragraph 5 of chapter 3. Paragraph 5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721440" y="33148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5 of chapter 3. Paragraph 5 of chapter 3. Paragraph 5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721440" y="34592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5 of chapter 3. Paragraph 5 of chapter 3. Paragraph 5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721440" y="36032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5 of chapter 3. Paragraph 5 of chapter 3. Paragraph 5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721440" y="37472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6 of chapter 3. Paragraph 6 of chapter 3. Paragraph 6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721440" y="38916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6 of chapter 3. Paragraph 6 of chapter 3. Paragraph 6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721440" y="40356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6 of chapter 3. Paragraph 6 of chapter 3. Paragraph 6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721440" y="41799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6 of chapter 3. Paragraph 6 of chapter 3. Paragraph 6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721440" y="43239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7 of chapter 3. Paragraph 7 of chapter 3. Paragraph 7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721440" y="44679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7 of chapter 3. Paragraph 7 of chapter 3. Paragraph 7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721440" y="46123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7 of chapter 3. Paragraph 7 of chapter 3. Paragraph 7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721440" y="47563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7 of chapter 3. Paragraph 7 of chapter 3. Paragraph 7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721440" y="49006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8 of chapter 3. Paragraph 8 of chapter 3. Paragraph 8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721440" y="50446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8 of chapter 3. Paragraph 8 of chapter 3. Paragraph 8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721440" y="51886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8 of chapter 3. Paragraph 8 of chapter 3. Paragraph 8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721440" y="53330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8 of chapter 3. Paragraph 8 of chapter 3. Paragraph 8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721440" y="54770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9 of chapter 3. Paragraph 9 of chapter 3. Paragraph 9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721440" y="56214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9 of chapter 3. Paragraph 9 of chapter 3. Paragraph 9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721440" y="57654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9 of chapter 3. Paragraph 9 of chapter 3. Paragraph 9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721440" y="59094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9 of chapter 3. Paragraph 9 of chapter 3. Paragraph 9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721440" y="60537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10 of chapter 3. Paragraph 10 of chapter 3. Paragraph 10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721440" y="61977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10 of chapter 3. Paragraph 10 of chapter 3. Paragraph 10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721440" y="6342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10 of chapter 3. Paragraph 10 of chapter 3. Paragraph 10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721440" y="6486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10 of chapter 3. Paragraph 10 of chapter 3. Paragraph 10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721440" y="6630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11 of chapter 3. Paragraph 11 of chapter 3. Paragraph 11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721440" y="67744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11 of chapter 3. Paragraph 11 of chapter 3. Paragraph 11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721440" y="69184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11 of chapter 3. Paragraph 11 of chapter 3. Paragraph 11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721440" y="70628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11 of chapter 3. Paragraph 11 of chapter 3. Paragraph 11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721440" y="72068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12 of chapter 3. Paragraph 12 of chapter 3. Paragraph 12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721440" y="7351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12 of chapter 3. Paragraph 12 of chapter 3. Paragraph 12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721440" y="7495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12 of chapter 3. Paragraph 12 of chapter 3. Paragraph 12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721440" y="7639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12 of chapter 3. Paragraph 12 of chapter 3. Paragraph 12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721440" y="77835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13 of chapter 3. Paragraph 13 of chapter 3. Paragraph 13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721440" y="79275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13 of chapter 3. Paragraph 13 of chapter 3. Paragraph 13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721440" y="80719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13 of chapter 3. Paragraph 13 of chapter 3. Paragraph 13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721440" y="82159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13 of chapter 3. Paragraph 13 of chapter 3. Paragraph 13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721440" y="83599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14 of chapter 3. Paragraph 14 of chapter 3. Paragraph 14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721440" y="85042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14 of chapter 3. Paragraph 14 of chapter 3. Paragraph 14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721440" y="86482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14 of chapter 3. Paragraph 14 of chapter 3. Paragraph 14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721440" y="87926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14 of chapter 3. Paragraph 14 of chapter 3. Paragraph 14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721440" y="89366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15 of chapter 3. Paragraph 15 of chapter 3. Paragraph 15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721440" y="90806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15 of chapter 3. Paragraph 15 of chapter 3. Paragraph 15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721440" y="92250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15 of chapter 3. Paragraph 15 of chapter 3. Paragraph 15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721440" y="93690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15 of chapter 3. Paragraph 15 of chapter 3. Paragraph 15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721440" y="95133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16 of chapter 3. Paragraph 16 of chapter 3. Paragraph 16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721440" y="96573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16 of chapter 3. Paragraph 16 of chapter 3. Paragraph 16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721440" y="98013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16 of chapter 3. Paragraph 16 of chapter 3. Paragraph 16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"/>
          <p:cNvSpPr txBox="1"/>
          <p:nvPr/>
        </p:nvSpPr>
        <p:spPr>
          <a:xfrm>
            <a:off x="721440" y="7203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16 of chapter 3. Paragraph 16 of chapter 3. Paragraph 16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721440" y="8643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17 of chapter 3. Paragraph 17 of chapter 3. Paragraph 17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721440" y="10087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17 of chapter 3. Paragraph 17 of chapter 3. Paragraph 17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721440" y="11527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17 of chapter 3. Paragraph 17 of chapter 3. Paragraph 17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721440" y="12970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17 of chapter 3. Paragraph 17 of chapter 3. Paragraph 17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721440" y="14410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18 of chapter 3. Paragraph 18 of chapter 3. Paragraph 18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721440" y="15850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18 of chapter 3. Paragraph 18 of chapter 3. Paragraph 18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721440" y="17294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18 of chapter 3. Paragraph 18 of chapter 3. Paragraph 18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721440" y="18734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18 of chapter 3. Paragraph 18 of chapter 3. Paragraph 18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721440" y="20178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19 of chapter 3. Paragraph 19 of chapter 3. Paragraph 19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721440" y="21618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19 of chapter 3. Paragraph 19 of chapter 3. Paragraph 19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721440" y="23058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19 of chapter 3. Paragraph 19 of chapter 3. Paragraph 19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721440" y="24501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19 of chapter 3. Paragraph 19 of chapter 3. Paragraph 19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721440" y="25941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20 of chapter 3. Paragraph 20 of chapter 3. Paragraph 20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721440" y="27385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20 of chapter 3. Paragraph 20 of chapter 3. Paragraph 20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721440" y="28825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20 of chapter 3. Paragraph 20 of chapter 3. Paragraph 20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721440" y="30265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20 of chapter 3. Paragraph 20 of chapter 3. Paragraph 20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721440" y="31708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21 of chapter 3. Paragraph 21 of chapter 3. Paragraph 21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721440" y="33148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21 of chapter 3. Paragraph 21 of chapter 3. Paragraph 21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721440" y="34592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21 of chapter 3. Paragraph 21 of chapter 3. Paragraph 21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721440" y="36032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21 of chapter 3. Paragraph 21 of chapter 3. Paragraph 21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721440" y="37472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22 of chapter 3. Paragraph 22 of chapter 3. Paragraph 22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721440" y="38916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22 of chapter 3. Paragraph 22 of chapter 3. Paragraph 22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721440" y="40356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22 of chapter 3. Paragraph 22 of chapter 3. Paragraph 22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721440" y="41799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22 of chapter 3. Paragraph 22 of chapter 3. Paragraph 22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721440" y="43239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23 of chapter 3. Paragraph 23 of chapter 3. Paragraph 23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721440" y="44679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23 of chapter 3. Paragraph 23 of chapter 3. Paragraph 23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721440" y="46123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23 of chapter 3. Paragraph 23 of chapter 3. Paragraph 23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721440" y="47563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23 of chapter 3. Paragraph 23 of chapter 3. Paragraph 23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721440" y="49006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24 of chapter 3. Paragraph 24 of chapter 3. Paragraph 24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721440" y="50446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24 of chapter 3. Paragraph 24 of chapter 3. Paragraph 24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721440" y="51886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24 of chapter 3. Paragraph 24 of chapter 3. Paragraph 24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721440" y="53330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24 of chapter 3. Paragraph 24 of chapter 3. Paragraph 24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721440" y="54770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25 of chapter 3. Paragraph 25 of chapter 3. Paragraph 25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721440" y="56214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25 of chapter 3. Paragraph 25 of chapter 3. Paragraph 25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721440" y="57654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25 of chapter 3. Paragraph 25 of chapter 3. Paragraph 25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721440" y="59094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25 of chapter 3. Paragraph 25 of chapter 3. Paragraph 25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721440" y="60537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26 of chapter 3. Paragraph 26 of chapter 3. Paragraph 26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721440" y="61977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26 of chapter 3. Paragraph 26 of chapter 3. Paragraph 26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721440" y="6342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26 of chapter 3. Paragraph 26 of chapter 3. Paragraph 26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721440" y="6486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26 of chapter 3. Paragraph 26 of chapter 3. Paragraph 26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721440" y="6630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27 of chapter 3. Paragraph 27 of chapter 3. Paragraph 27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721440" y="67744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27 of chapter 3. Paragraph 27 of chapter 3. Paragraph 27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721440" y="69184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27 of chapter 3. Paragraph 27 of chapter 3. Paragraph 27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721440" y="70628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27 of chapter 3. Paragraph 27 of chapter 3. Paragraph 27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721440" y="72068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28 of chapter 3. Paragraph 28 of chapter 3. Paragraph 28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721440" y="7351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28 of chapter 3. Paragraph 28 of chapter 3. Paragraph 28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721440" y="7495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28 of chapter 3. Paragraph 28 of chapter 3. Paragraph 28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721440" y="7639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28 of chapter 3. Paragraph 28 of chapter 3. Paragraph 28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721440" y="77835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29 of chapter 3. Paragraph 29 of chapter 3. Paragraph 29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721440" y="79275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29 of chapter 3. Paragraph 29 of chapter 3. Paragraph 29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721440" y="80719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29 of chapter 3. Paragraph 29 of chapter 3. Paragraph 29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721440" y="82159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29 of chapter 3. Paragraph 29 of chapter 3. Paragraph 29 of chapter 3.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"/>
          <p:cNvSpPr txBox="1"/>
          <p:nvPr/>
        </p:nvSpPr>
        <p:spPr>
          <a:xfrm>
            <a:off x="721440" y="720360"/>
            <a:ext cx="31888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Chapter 4: Safety Training — Ünïcødé test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3921840" y="708120"/>
            <a:ext cx="126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✓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721440" y="8643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 of chapter 4. Paragraph 1 of chapter 4. Paragraph 1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721440" y="10087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 of chapter 4. Paragraph 1 of chapter 4. Paragraph 1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721440" y="11527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 of chapter 4. Paragraph 1 of chapter 4. Paragraph 1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721440" y="12970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 of chapter 4. Paragraph 1 of chapter 4. Paragraph 1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721440" y="14410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 of chapter 4. Paragraph 2 of chapter 4. Paragraph 2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721440" y="15850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 of chapter 4. Paragraph 2 of chapter 4. Paragraph 2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721440" y="17294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 of chapter 4. Paragraph 2 of chapter 4. Paragraph 2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721440" y="18734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 of chapter 4. Paragraph 2 of chapter 4. Paragraph 2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721440" y="20178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3 of chapter 4. Paragraph 3 of chapter 4. Paragraph 3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721440" y="21618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3 of chapter 4. Paragraph 3 of chapter 4. Paragraph 3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721440" y="23058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3 of chapter 4. Paragraph 3 of chapter 4. Paragraph 3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721440" y="24501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3 of chapter 4. Paragraph 3 of chapter 4. Paragraph 3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721440" y="25941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4 of chapter 4. Paragraph 4 of chapter 4. Paragraph 4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721440" y="27385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4 of chapter 4. Paragraph 4 of chapter 4. Paragraph 4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721440" y="28825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4 of chapter 4. Paragraph 4 of chapter 4. Paragraph 4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721440" y="30265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4 of chapter 4. Paragraph 4 of chapter 4. Paragraph 4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721440" y="31708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5 of chapter 4. Paragraph 5 of chapter 4. Paragraph 5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721440" y="33148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5 of chapter 4. Paragraph 5 of chapter 4. Paragraph 5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721440" y="34592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5 of chapter 4. Paragraph 5 of chapter 4. Paragraph 5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721440" y="36032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5 of chapter 4. Paragraph 5 of chapter 4. Paragraph 5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721440" y="37472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6 of chapter 4. Paragraph 6 of chapter 4. Paragraph 6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721440" y="38916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6 of chapter 4. Paragraph 6 of chapter 4. Paragraph 6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721440" y="40356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6 of chapter 4. Paragraph 6 of chapter 4. Paragraph 6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721440" y="41799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6 of chapter 4. Paragraph 6 of chapter 4. Paragraph 6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721440" y="43239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7 of chapter 4. Paragraph 7 of chapter 4. Paragraph 7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721440" y="44679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7 of chapter 4. Paragraph 7 of chapter 4. Paragraph 7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721440" y="46123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7 of chapter 4. Paragraph 7 of chapter 4. Paragraph 7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721440" y="47563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7 of chapter 4. Paragraph 7 of chapter 4. Paragraph 7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721440" y="49006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8 of chapter 4. Paragraph 8 of chapter 4. Paragraph 8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721440" y="50446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8 of chapter 4. Paragraph 8 of chapter 4. Paragraph 8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721440" y="51886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8 of chapter 4. Paragraph 8 of chapter 4. Paragraph 8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721440" y="53330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8 of chapter 4. Paragraph 8 of chapter 4. Paragraph 8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721440" y="54770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9 of chapter 4. Paragraph 9 of chapter 4. Paragraph 9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721440" y="56214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9 of chapter 4. Paragraph 9 of chapter 4. Paragraph 9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721440" y="57654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9 of chapter 4. Paragraph 9 of chapter 4. Paragraph 9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721440" y="59094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9 of chapter 4. Paragraph 9 of chapter 4. Paragraph 9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721440" y="60537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10 of chapter 4. Paragraph 10 of chapter 4. Paragraph 10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721440" y="61977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10 of chapter 4. Paragraph 10 of chapter 4. Paragraph 10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721440" y="6342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10 of chapter 4. Paragraph 10 of chapter 4. Paragraph 10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721440" y="6486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10 of chapter 4. Paragraph 10 of chapter 4. Paragraph 10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721440" y="6630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11 of chapter 4. Paragraph 11 of chapter 4. Paragraph 11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721440" y="67744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11 of chapter 4. Paragraph 11 of chapter 4. Paragraph 11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721440" y="69184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11 of chapter 4. Paragraph 11 of chapter 4. Paragraph 11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721440" y="70628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11 of chapter 4. Paragraph 11 of chapter 4. Paragraph 11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721440" y="72068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12 of chapter 4. Paragraph 12 of chapter 4. Paragraph 12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721440" y="7351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12 of chapter 4. Paragraph 12 of chapter 4. Paragraph 12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721440" y="7495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12 of chapter 4. Paragraph 12 of chapter 4. Paragraph 12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721440" y="7639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12 of chapter 4. Paragraph 12 of chapter 4. Paragraph 12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721440" y="77835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13 of chapter 4. Paragraph 13 of chapter 4. Paragraph 13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721440" y="79275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13 of chapter 4. Paragraph 13 of chapter 4. Paragraph 13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721440" y="80719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13 of chapter 4. Paragraph 13 of chapter 4. Paragraph 13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721440" y="82159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13 of chapter 4. Paragraph 13 of chapter 4. Paragraph 13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721440" y="83599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14 of chapter 4. Paragraph 14 of chapter 4. Paragraph 14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721440" y="85042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14 of chapter 4. Paragraph 14 of chapter 4. Paragraph 14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721440" y="86482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14 of chapter 4. Paragraph 14 of chapter 4. Paragraph 14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721440" y="87926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14 of chapter 4. Paragraph 14 of chapter 4. Paragraph 14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721440" y="89366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15 of chapter 4. Paragraph 15 of chapter 4. Paragraph 15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721440" y="90806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15 of chapter 4. Paragraph 15 of chapter 4. Paragraph 15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721440" y="92250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15 of chapter 4. Paragraph 15 of chapter 4. Paragraph 15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721440" y="93690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15 of chapter 4. Paragraph 15 of chapter 4. Paragraph 15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721440" y="95133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16 of chapter 4. Paragraph 16 of chapter 4. Paragraph 16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721440" y="96573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16 of chapter 4. Paragraph 16 of chapter 4. Paragraph 16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721440" y="98013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16 of chapter 4. Paragraph 16 of chapter 4. Paragraph 16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"/>
          <p:cNvSpPr txBox="1"/>
          <p:nvPr/>
        </p:nvSpPr>
        <p:spPr>
          <a:xfrm>
            <a:off x="721440" y="7203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16 of chapter 4. Paragraph 16 of chapter 4. Paragraph 16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721440" y="8643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17 of chapter 4. Paragraph 17 of chapter 4. Paragraph 17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721440" y="10087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17 of chapter 4. Paragraph 17 of chapter 4. Paragraph 17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721440" y="11527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17 of chapter 4. Paragraph 17 of chapter 4. Paragraph 17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721440" y="12970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17 of chapter 4. Paragraph 17 of chapter 4. Paragraph 17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721440" y="14410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18 of chapter 4. Paragraph 18 of chapter 4. Paragraph 18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721440" y="15850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18 of chapter 4. Paragraph 18 of chapter 4. Paragraph 18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721440" y="17294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18 of chapter 4. Paragraph 18 of chapter 4. Paragraph 18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721440" y="18734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18 of chapter 4. Paragraph 18 of chapter 4. Paragraph 18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721440" y="20178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19 of chapter 4. Paragraph 19 of chapter 4. Paragraph 19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721440" y="21618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19 of chapter 4. Paragraph 19 of chapter 4. Paragraph 19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721440" y="23058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19 of chapter 4. Paragraph 19 of chapter 4. Paragraph 19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721440" y="24501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19 of chapter 4. Paragraph 19 of chapter 4. Paragraph 19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721440" y="25941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20 of chapter 4. Paragraph 20 of chapter 4. Paragraph 20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721440" y="27385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20 of chapter 4. Paragraph 20 of chapter 4. Paragraph 20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721440" y="28825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20 of chapter 4. Paragraph 20 of chapter 4. Paragraph 20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721440" y="30265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20 of chapter 4. Paragraph 20 of chapter 4. Paragraph 20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721440" y="31708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21 of chapter 4. Paragraph 21 of chapter 4. Paragraph 21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721440" y="33148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21 of chapter 4. Paragraph 21 of chapter 4. Paragraph 21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721440" y="34592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21 of chapter 4. Paragraph 21 of chapter 4. Paragraph 21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721440" y="36032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21 of chapter 4. Paragraph 21 of chapter 4. Paragraph 21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721440" y="37472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22 of chapter 4. Paragraph 22 of chapter 4. Paragraph 22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721440" y="38916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22 of chapter 4. Paragraph 22 of chapter 4. Paragraph 22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721440" y="40356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22 of chapter 4. Paragraph 22 of chapter 4. Paragraph 22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721440" y="41799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22 of chapter 4. Paragraph 22 of chapter 4. Paragraph 22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721440" y="43239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23 of chapter 4. Paragraph 23 of chapter 4. Paragraph 23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721440" y="44679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23 of chapter 4. Paragraph 23 of chapter 4. Paragraph 23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721440" y="46123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23 of chapter 4. Paragraph 23 of chapter 4. Paragraph 23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721440" y="47563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23 of chapter 4. Paragraph 23 of chapter 4. Paragraph 23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721440" y="49006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24 of chapter 4. Paragraph 24 of chapter 4. Paragraph 24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721440" y="50446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24 of chapter 4. Paragraph 24 of chapter 4. Paragraph 24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721440" y="51886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24 of chapter 4. Paragraph 24 of chapter 4. Paragraph 24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721440" y="53330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24 of chapter 4. Paragraph 24 of chapter 4. Paragraph 24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721440" y="54770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25 of chapter 4. Paragraph 25 of chapter 4. Paragraph 25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721440" y="56214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25 of chapter 4. Paragraph 25 of chapter 4. Paragraph 25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721440" y="57654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25 of chapter 4. Paragraph 25 of chapter 4. Paragraph 25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721440" y="59094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25 of chapter 4. Paragraph 25 of chapter 4. Paragraph 25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721440" y="60537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26 of chapter 4. Paragraph 26 of chapter 4. Paragraph 26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721440" y="61977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26 of chapter 4. Paragraph 26 of chapter 4. Paragraph 26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721440" y="6342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26 of chapter 4. Paragraph 26 of chapter 4. Paragraph 26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721440" y="6486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26 of chapter 4. Paragraph 26 of chapter 4. Paragraph 26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721440" y="6630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27 of chapter 4. Paragraph 27 of chapter 4. Paragraph 27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721440" y="67744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27 of chapter 4. Paragraph 27 of chapter 4. Paragraph 27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721440" y="69184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27 of chapter 4. Paragraph 27 of chapter 4. Paragraph 27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721440" y="70628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27 of chapter 4. Paragraph 27 of chapter 4. Paragraph 27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721440" y="72068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28 of chapter 4. Paragraph 28 of chapter 4. Paragraph 28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721440" y="7351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28 of chapter 4. Paragraph 28 of chapter 4. Paragraph 28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721440" y="7495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28 of chapter 4. Paragraph 28 of chapter 4. Paragraph 28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721440" y="7639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28 of chapter 4. Paragraph 28 of chapter 4. Paragraph 28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721440" y="77835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29 of chapter 4. Paragraph 29 of chapter 4. Paragraph 29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721440" y="79275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29 of chapter 4. Paragraph 29 of chapter 4. Paragraph 29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721440" y="80719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29 of chapter 4. Paragraph 29 of chapter 4. Paragraph 29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721440" y="82159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29 of chapter 4. Paragraph 29 of chapter 4. Paragraph 29 of chapter 4.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"/>
          <p:cNvSpPr txBox="1"/>
          <p:nvPr/>
        </p:nvSpPr>
        <p:spPr>
          <a:xfrm>
            <a:off x="721440" y="720360"/>
            <a:ext cx="31888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Chapter 5: Safety Training — Ünïcødé test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3921840" y="708120"/>
            <a:ext cx="126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✓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721440" y="8643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 of chapter 5. Paragraph 1 of chapter 5. Paragraph 1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721440" y="10087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 of chapter 5. Paragraph 1 of chapter 5. Paragraph 1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721440" y="11527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 of chapter 5. Paragraph 1 of chapter 5. Paragraph 1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721440" y="12970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 of chapter 5. Paragraph 1 of chapter 5. Paragraph 1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721440" y="14410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 of chapter 5. Paragraph 2 of chapter 5. Paragraph 2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721440" y="15850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 of chapter 5. Paragraph 2 of chapter 5. Paragraph 2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721440" y="17294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 of chapter 5. Paragraph 2 of chapter 5. Paragraph 2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721440" y="18734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 of chapter 5. Paragraph 2 of chapter 5. Paragraph 2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721440" y="20178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3 of chapter 5. Paragraph 3 of chapter 5. Paragraph 3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721440" y="21618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3 of chapter 5. Paragraph 3 of chapter 5. Paragraph 3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721440" y="23058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3 of chapter 5. Paragraph 3 of chapter 5. Paragraph 3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721440" y="24501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3 of chapter 5. Paragraph 3 of chapter 5. Paragraph 3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721440" y="25941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4 of chapter 5. Paragraph 4 of chapter 5. Paragraph 4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721440" y="27385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4 of chapter 5. Paragraph 4 of chapter 5. Paragraph 4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721440" y="28825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4 of chapter 5. Paragraph 4 of chapter 5. Paragraph 4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721440" y="30265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4 of chapter 5. Paragraph 4 of chapter 5. Paragraph 4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721440" y="31708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5 of chapter 5. Paragraph 5 of chapter 5. Paragraph 5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721440" y="33148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5 of chapter 5. Paragraph 5 of chapter 5. Paragraph 5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721440" y="34592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5 of chapter 5. Paragraph 5 of chapter 5. Paragraph 5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721440" y="36032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5 of chapter 5. Paragraph 5 of chapter 5. Paragraph 5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721440" y="37472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6 of chapter 5. Paragraph 6 of chapter 5. Paragraph 6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721440" y="38916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6 of chapter 5. Paragraph 6 of chapter 5. Paragraph 6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721440" y="40356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6 of chapter 5. Paragraph 6 of chapter 5. Paragraph 6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721440" y="41799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6 of chapter 5. Paragraph 6 of chapter 5. Paragraph 6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721440" y="43239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7 of chapter 5. Paragraph 7 of chapter 5. Paragraph 7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721440" y="446796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7 of chapter 5. Paragraph 7 of chapter 5. Paragraph 7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721440" y="46123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7 of chapter 5. Paragraph 7 of chapter 5. Paragraph 7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721440" y="475632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7 of chapter 5. Paragraph 7 of chapter 5. Paragraph 7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721440" y="49006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8 of chapter 5. Paragraph 8 of chapter 5. Paragraph 8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721440" y="50446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8 of chapter 5. Paragraph 8 of chapter 5. Paragraph 8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721440" y="518868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8 of chapter 5. Paragraph 8 of chapter 5. Paragraph 8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721440" y="53330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8 of chapter 5. Paragraph 8 of chapter 5. Paragraph 8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721440" y="547704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9 of chapter 5. Paragraph 9 of chapter 5. Paragraph 9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721440" y="56214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9 of chapter 5. Paragraph 9 of chapter 5. Paragraph 9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721440" y="57654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9 of chapter 5. Paragraph 9 of chapter 5. Paragraph 9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721440" y="5909400"/>
            <a:ext cx="5921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9 of chapter 5. Paragraph 9 of chapter 5. Paragraph 9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721440" y="60537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10 of chapter 5. Paragraph 10 of chapter 5. Paragraph 10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721440" y="61977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10 of chapter 5. Paragraph 10 of chapter 5. Paragraph 10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721440" y="6342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10 of chapter 5. Paragraph 10 of chapter 5. Paragraph 10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721440" y="6486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10 of chapter 5. Paragraph 10 of chapter 5. Paragraph 10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721440" y="6630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11 of chapter 5. Paragraph 11 of chapter 5. Paragraph 11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721440" y="67744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11 of chapter 5. Paragraph 11 of chapter 5. Paragraph 11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721440" y="69184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11 of chapter 5. Paragraph 11 of chapter 5. Paragraph 11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721440" y="70628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11 of chapter 5. Paragraph 11 of chapter 5. Paragraph 11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721440" y="72068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12 of chapter 5. Paragraph 12 of chapter 5. Paragraph 12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721440" y="7351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12 of chapter 5. Paragraph 12 of chapter 5. Paragraph 12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721440" y="7495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12 of chapter 5. Paragraph 12 of chapter 5. Paragraph 12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721440" y="7639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12 of chapter 5. Paragraph 12 of chapter 5. Paragraph 12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721440" y="77835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13 of chapter 5. Paragraph 13 of chapter 5. Paragraph 13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721440" y="79275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13 of chapter 5. Paragraph 13 of chapter 5. Paragraph 13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721440" y="80719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13 of chapter 5. Paragraph 13 of chapter 5. Paragraph 13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721440" y="82159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13 of chapter 5. Paragraph 13 of chapter 5. Paragraph 13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721440" y="83599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14 of chapter 5. Paragraph 14 of chapter 5. Paragraph 14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721440" y="85042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14 of chapter 5. Paragraph 14 of chapter 5. Paragraph 14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721440" y="86482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14 of chapter 5. Paragraph 14 of chapter 5. Paragraph 14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721440" y="87926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14 of chapter 5. Paragraph 14 of chapter 5. Paragraph 14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721440" y="89366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15 of chapter 5. Paragraph 15 of chapter 5. Paragraph 15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721440" y="90806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15 of chapter 5. Paragraph 15 of chapter 5. Paragraph 15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721440" y="92250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15 of chapter 5. Paragraph 15 of chapter 5. Paragraph 15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721440" y="93690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15 of chapter 5. Paragraph 15 of chapter 5. Paragraph 15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721440" y="95133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16 of chapter 5. Paragraph 16 of chapter 5. Paragraph 16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721440" y="96573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16 of chapter 5. Paragraph 16 of chapter 5. Paragraph 16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721440" y="98013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16 of chapter 5. Paragraph 16 of chapter 5. Paragraph 16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"/>
          <p:cNvSpPr txBox="1"/>
          <p:nvPr/>
        </p:nvSpPr>
        <p:spPr>
          <a:xfrm>
            <a:off x="721440" y="7203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16 of chapter 5. Paragraph 16 of chapter 5. Paragraph 16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721440" y="8643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17 of chapter 5. Paragraph 17 of chapter 5. Paragraph 17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721440" y="10087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17 of chapter 5. Paragraph 17 of chapter 5. Paragraph 17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721440" y="11527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17 of chapter 5. Paragraph 17 of chapter 5. Paragraph 17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721440" y="12970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17 of chapter 5. Paragraph 17 of chapter 5. Paragraph 17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721440" y="14410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18 of chapter 5. Paragraph 18 of chapter 5. Paragraph 18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721440" y="15850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18 of chapter 5. Paragraph 18 of chapter 5. Paragraph 18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721440" y="17294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18 of chapter 5. Paragraph 18 of chapter 5. Paragraph 18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721440" y="18734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18 of chapter 5. Paragraph 18 of chapter 5. Paragraph 18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721440" y="20178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19 of chapter 5. Paragraph 19 of chapter 5. Paragraph 19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721440" y="21618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19 of chapter 5. Paragraph 19 of chapter 5. Paragraph 19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721440" y="23058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19 of chapter 5. Paragraph 19 of chapter 5. Paragraph 19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721440" y="24501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19 of chapter 5. Paragraph 19 of chapter 5. Paragraph 19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721440" y="25941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20 of chapter 5. Paragraph 20 of chapter 5. Paragraph 20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721440" y="27385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20 of chapter 5. Paragraph 20 of chapter 5. Paragraph 20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721440" y="28825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20 of chapter 5. Paragraph 20 of chapter 5. Paragraph 20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721440" y="30265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20 of chapter 5. Paragraph 20 of chapter 5. Paragraph 20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721440" y="31708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21 of chapter 5. Paragraph 21 of chapter 5. Paragraph 21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721440" y="33148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21 of chapter 5. Paragraph 21 of chapter 5. Paragraph 21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721440" y="34592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21 of chapter 5. Paragraph 21 of chapter 5. Paragraph 21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721440" y="36032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21 of chapter 5. Paragraph 21 of chapter 5. Paragraph 21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721440" y="37472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22 of chapter 5. Paragraph 22 of chapter 5. Paragraph 22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721440" y="38916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22 of chapter 5. Paragraph 22 of chapter 5. Paragraph 22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721440" y="40356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22 of chapter 5. Paragraph 22 of chapter 5. Paragraph 22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721440" y="41799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22 of chapter 5. Paragraph 22 of chapter 5. Paragraph 22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721440" y="43239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23 of chapter 5. Paragraph 23 of chapter 5. Paragraph 23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721440" y="44679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23 of chapter 5. Paragraph 23 of chapter 5. Paragraph 23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721440" y="46123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23 of chapter 5. Paragraph 23 of chapter 5. Paragraph 23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721440" y="47563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23 of chapter 5. Paragraph 23 of chapter 5. Paragraph 23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721440" y="49006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24 of chapter 5. Paragraph 24 of chapter 5. Paragraph 24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721440" y="50446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24 of chapter 5. Paragraph 24 of chapter 5. Paragraph 24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721440" y="51886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24 of chapter 5. Paragraph 24 of chapter 5. Paragraph 24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721440" y="53330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24 of chapter 5. Paragraph 24 of chapter 5. Paragraph 24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721440" y="54770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25 of chapter 5. Paragraph 25 of chapter 5. Paragraph 25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721440" y="56214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25 of chapter 5. Paragraph 25 of chapter 5. Paragraph 25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721440" y="57654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25 of chapter 5. Paragraph 25 of chapter 5. Paragraph 25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721440" y="59094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25 of chapter 5. Paragraph 25 of chapter 5. Paragraph 25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721440" y="60537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26 of chapter 5. Paragraph 26 of chapter 5. Paragraph 26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721440" y="61977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26 of chapter 5. Paragraph 26 of chapter 5. Paragraph 26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721440" y="6342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26 of chapter 5. Paragraph 26 of chapter 5. Paragraph 26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721440" y="6486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26 of chapter 5. Paragraph 26 of chapter 5. Paragraph 26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721440" y="66301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27 of chapter 5. Paragraph 27 of chapter 5. Paragraph 27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721440" y="67744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27 of chapter 5. Paragraph 27 of chapter 5. Paragraph 27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721440" y="691848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27 of chapter 5. Paragraph 27 of chapter 5. Paragraph 27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721440" y="70628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27 of chapter 5. Paragraph 27 of chapter 5. Paragraph 27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721440" y="720684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28 of chapter 5. Paragraph 28 of chapter 5. Paragraph 28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721440" y="7351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28 of chapter 5. Paragraph 28 of chapter 5. Paragraph 28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721440" y="7495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28 of chapter 5. Paragraph 28 of chapter 5. Paragraph 28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721440" y="763920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28 of chapter 5. Paragraph 28 of chapter 5. Paragraph 28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721440" y="77835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29 of chapter 5. Paragraph 29 of chapter 5. Paragraph 29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721440" y="792756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29 of chapter 5. Paragraph 29 of chapter 5. Paragraph 29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721440" y="80719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29 of chapter 5. Paragraph 29 of chapter 5. Paragraph 29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721440" y="8215920"/>
            <a:ext cx="614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BH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Paragraph 29 of chapter 5. Paragraph 29 of chapter 5. Paragraph 29 of chapter 5. </a:t>
            </a:r>
            <a:endParaRPr lang="en-BH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LibreOffice/26.2.5.2$MacOSX_AARCH64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en-BH</dc:language>
  <cp:lastModifiedBy/>
  <cp:revision>0</cp:revision>
  <dc:subject/>
  <dc:title/>
</cp:coreProperties>
</file>